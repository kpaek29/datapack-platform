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2" r:id="rId1"/>
  </p:sldMasterIdLst>
  <p:sldIdLst>
    <p:sldId id="256" r:id="rId2"/>
    <p:sldId id="257" r:id="rId3"/>
    <p:sldId id="258" r:id="rId4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54">
          <p15:clr>
            <a:srgbClr val="A4A3A4"/>
          </p15:clr>
        </p15:guide>
        <p15:guide id="2" pos="5544">
          <p15:clr>
            <a:srgbClr val="A4A3A4"/>
          </p15:clr>
        </p15:guide>
        <p15:guide id="3" pos="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>
        <p:guide orient="horz" pos="4054"/>
        <p:guide pos="5544"/>
        <p:guide pos="2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DD692139-509F-3058-ED1D-79D7DC2FFA4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E7C466-9D5A-4868-AE47-5199A6D63132}"/>
              </a:ext>
            </a:extLst>
          </p:cNvPr>
          <p:cNvSpPr/>
          <p:nvPr/>
        </p:nvSpPr>
        <p:spPr bwMode="white">
          <a:xfrm>
            <a:off x="0" y="0"/>
            <a:ext cx="9144000" cy="1100298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59195"/>
            <a:ext cx="7772400" cy="308084"/>
          </a:xfrm>
        </p:spPr>
        <p:txBody>
          <a:bodyPr>
            <a:normAutofit/>
          </a:bodyPr>
          <a:lstStyle>
            <a:lvl1pPr algn="ctr">
              <a:defRPr sz="1700">
                <a:solidFill>
                  <a:srgbClr val="3E77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099484"/>
            <a:ext cx="7772400" cy="3458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700">
                <a:solidFill>
                  <a:srgbClr val="6B6B6B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40703" y="4614971"/>
            <a:ext cx="8047663" cy="0"/>
          </a:xfrm>
          <a:prstGeom prst="line">
            <a:avLst/>
          </a:prstGeom>
          <a:ln w="3175">
            <a:solidFill>
              <a:srgbClr val="4C4C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0703" y="5608381"/>
            <a:ext cx="8047663" cy="0"/>
          </a:xfrm>
          <a:prstGeom prst="line">
            <a:avLst/>
          </a:prstGeom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40703" y="4614971"/>
            <a:ext cx="8047663" cy="0"/>
          </a:xfrm>
          <a:prstGeom prst="line">
            <a:avLst/>
          </a:prstGeom>
          <a:ln w="3175">
            <a:solidFill>
              <a:srgbClr val="4C4C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/>
          <p:cNvSpPr txBox="1">
            <a:spLocks/>
          </p:cNvSpPr>
          <p:nvPr/>
        </p:nvSpPr>
        <p:spPr>
          <a:xfrm>
            <a:off x="685801" y="6486525"/>
            <a:ext cx="7772399" cy="132439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defPPr>
              <a:defRPr lang="en-US"/>
            </a:defPPr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900" i="0" kern="1200" baseline="0" smtClean="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i="1" dirty="0">
                <a:solidFill>
                  <a:schemeClr val="tx2"/>
                </a:solidFill>
                <a:latin typeface="Libre Baskerville" panose="02000000000000000000" pitchFamily="2" charset="0"/>
              </a:rPr>
              <a:t>Confidential — Do Not Distribute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8F1556-8EF5-DF43-925D-AA9F5F9F6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514" y="740788"/>
            <a:ext cx="3224868" cy="306934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6CEAA6-3498-8A44-B8AF-A4DE2C39638D}"/>
              </a:ext>
            </a:extLst>
          </p:cNvPr>
          <p:cNvCxnSpPr/>
          <p:nvPr/>
        </p:nvCxnSpPr>
        <p:spPr>
          <a:xfrm>
            <a:off x="540702" y="4614971"/>
            <a:ext cx="8047663" cy="0"/>
          </a:xfrm>
          <a:prstGeom prst="line">
            <a:avLst/>
          </a:prstGeom>
          <a:ln w="3175">
            <a:solidFill>
              <a:srgbClr val="4C4C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3D78CD5-BB45-480F-A780-6F97E12B3845}"/>
              </a:ext>
            </a:extLst>
          </p:cNvPr>
          <p:cNvSpPr/>
          <p:nvPr/>
        </p:nvSpPr>
        <p:spPr bwMode="white">
          <a:xfrm>
            <a:off x="7107381" y="6317165"/>
            <a:ext cx="1623753" cy="419306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41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32E94907-E0AB-F3B4-F381-EA1DFB07068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985838"/>
            <a:ext cx="8458199" cy="55320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 marL="228600" indent="-228600"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1">
                <a:solidFill>
                  <a:srgbClr val="85868A"/>
                </a:solidFill>
                <a:latin typeface="Libre Baskerville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2662-26FC-F54A-97C1-11EFA645BC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9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02" y="2737276"/>
            <a:ext cx="8047662" cy="613918"/>
          </a:xfrm>
        </p:spPr>
        <p:txBody>
          <a:bodyPr anchor="t">
            <a:normAutofit/>
          </a:bodyPr>
          <a:lstStyle>
            <a:lvl1pPr algn="l">
              <a:defRPr sz="2700" b="0" i="0" cap="none">
                <a:solidFill>
                  <a:srgbClr val="3E77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702" y="3548020"/>
            <a:ext cx="8047663" cy="1054370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1500">
                <a:solidFill>
                  <a:srgbClr val="6B6B6B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40703" y="3426640"/>
            <a:ext cx="80476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9144000" cy="11002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6" name="Straight Connector 5"/>
          <p:cNvCxnSpPr/>
          <p:nvPr/>
        </p:nvCxnSpPr>
        <p:spPr>
          <a:xfrm>
            <a:off x="540703" y="3426640"/>
            <a:ext cx="80476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9144000" cy="11002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F55B1C-4489-044C-86EA-DF22775D9C0C}"/>
              </a:ext>
            </a:extLst>
          </p:cNvPr>
          <p:cNvCxnSpPr/>
          <p:nvPr/>
        </p:nvCxnSpPr>
        <p:spPr>
          <a:xfrm>
            <a:off x="540702" y="3426640"/>
            <a:ext cx="804766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EBCC6B7-BDC5-A549-8024-8913F7F506EF}"/>
              </a:ext>
            </a:extLst>
          </p:cNvPr>
          <p:cNvSpPr/>
          <p:nvPr/>
        </p:nvSpPr>
        <p:spPr>
          <a:xfrm>
            <a:off x="0" y="0"/>
            <a:ext cx="9144000" cy="11002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742C6DF-80F3-40F8-8C40-323358E0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409" y="6582684"/>
            <a:ext cx="335690" cy="176277"/>
          </a:xfrm>
        </p:spPr>
        <p:txBody>
          <a:bodyPr/>
          <a:lstStyle/>
          <a:p>
            <a:fld id="{DB612662-26FC-F54A-97C1-11EFA645BC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1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09FA30-4B04-4CEB-B071-6D71C6C342B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62499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3E7733"/>
                </a:solidFill>
              </a:defRPr>
            </a:lvl1pPr>
            <a:lvl2pPr>
              <a:defRPr sz="1200">
                <a:solidFill>
                  <a:srgbClr val="000000"/>
                </a:solidFill>
              </a:defRPr>
            </a:lvl2pPr>
            <a:lvl3pPr marL="457200" indent="-228600">
              <a:defRPr lang="en-US" sz="1200" kern="1200" dirty="0" smtClean="0">
                <a:solidFill>
                  <a:srgbClr val="6B6B6B"/>
                </a:solidFill>
                <a:latin typeface="Libre Baskerville" panose="02000000000000000000" pitchFamily="2" charset="0"/>
                <a:ea typeface="+mn-ea"/>
                <a:cs typeface="Arial"/>
              </a:defRPr>
            </a:lvl3pPr>
            <a:lvl4pPr>
              <a:defRPr sz="1200">
                <a:solidFill>
                  <a:schemeClr val="tx2"/>
                </a:solidFill>
                <a:latin typeface="+mn-lt"/>
              </a:defRPr>
            </a:lvl4pPr>
            <a:lvl5pPr>
              <a:defRPr sz="1200">
                <a:solidFill>
                  <a:schemeClr val="tx2"/>
                </a:solidFill>
                <a:latin typeface="+mn-lt"/>
              </a:defRPr>
            </a:lvl5pPr>
            <a:lvl6pPr>
              <a:defRPr sz="1200">
                <a:latin typeface="+mn-lt"/>
              </a:defRPr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3E7733"/>
                </a:solidFill>
              </a:defRPr>
            </a:lvl1pPr>
            <a:lvl2pPr>
              <a:defRPr sz="1200">
                <a:solidFill>
                  <a:srgbClr val="000000"/>
                </a:solidFill>
              </a:defRPr>
            </a:lvl2pPr>
            <a:lvl3pPr>
              <a:defRPr sz="1200">
                <a:solidFill>
                  <a:srgbClr val="6B6B6B"/>
                </a:solidFill>
                <a:latin typeface="Libre Baskerville" panose="02000000000000000000" pitchFamily="2" charset="0"/>
              </a:defRPr>
            </a:lvl3pPr>
            <a:lvl4pPr>
              <a:defRPr sz="1200">
                <a:solidFill>
                  <a:schemeClr val="tx2"/>
                </a:solidFill>
                <a:latin typeface="+mn-lt"/>
              </a:defRPr>
            </a:lvl4pPr>
            <a:lvl5pPr>
              <a:defRPr sz="1200">
                <a:solidFill>
                  <a:schemeClr val="tx2"/>
                </a:solidFill>
                <a:latin typeface="+mn-lt"/>
              </a:defRPr>
            </a:lvl5pPr>
            <a:lvl6pPr>
              <a:defRPr sz="1200">
                <a:latin typeface="+mn-lt"/>
              </a:defRPr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1">
                <a:solidFill>
                  <a:srgbClr val="85868A"/>
                </a:solidFill>
                <a:latin typeface="Libre Baskerville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2662-26FC-F54A-97C1-11EFA645B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1">
                <a:solidFill>
                  <a:srgbClr val="85868A"/>
                </a:solidFill>
                <a:latin typeface="Libre Baskerville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2662-26FC-F54A-97C1-11EFA645BCF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16DEA-2123-6B6F-249D-D822AB359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98518"/>
            <a:ext cx="8458199" cy="55193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 marL="228600" indent="-228600"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8864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sv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svg"/><Relationship Id="rId25" Type="http://schemas.openxmlformats.org/officeDocument/2006/relationships/image" Target="../media/image19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svg"/><Relationship Id="rId24" Type="http://schemas.openxmlformats.org/officeDocument/2006/relationships/image" Target="../media/image18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svg"/><Relationship Id="rId23" Type="http://schemas.openxmlformats.org/officeDocument/2006/relationships/image" Target="../media/image17.svg"/><Relationship Id="rId28" Type="http://schemas.openxmlformats.org/officeDocument/2006/relationships/image" Target="../media/image22.png"/><Relationship Id="rId10" Type="http://schemas.openxmlformats.org/officeDocument/2006/relationships/image" Target="../media/image4.png"/><Relationship Id="rId19" Type="http://schemas.openxmlformats.org/officeDocument/2006/relationships/image" Target="../media/image1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" y="6582684"/>
            <a:ext cx="5890417" cy="17627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6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i="1" dirty="0">
                <a:solidFill>
                  <a:srgbClr val="85868A"/>
                </a:solidFill>
                <a:latin typeface="Libre Baskerville Italic" pitchFamily="34" charset="0"/>
                <a:ea typeface="Libre Baskerville Italic" pitchFamily="34" charset="-122"/>
                <a:cs typeface="Libre Baskerville Italic" pitchFamily="34" charset="-120"/>
              </a:rPr>
              <a:t>Annotations (Libre Baskerville Italic, 6 pt, RGB: 133, 134, 138)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5409" y="6582684"/>
            <a:ext cx="335690" cy="17627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600">
                <a:solidFill>
                  <a:srgbClr val="6B6B6B"/>
                </a:solidFill>
                <a:latin typeface="Libre Baskerville" panose="02000000000000000000" pitchFamily="2" charset="0"/>
                <a:cs typeface="Arial"/>
              </a:defRPr>
            </a:lvl1pPr>
          </a:lstStyle>
          <a:p>
            <a:fld id="{DB612662-26FC-F54A-97C1-11EFA645BCF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04648"/>
            <a:ext cx="7498080" cy="44317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342900" y="758952"/>
            <a:ext cx="84582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3B0BEC-9B31-7740-A087-DB61289DDAD0}"/>
              </a:ext>
            </a:extLst>
          </p:cNvPr>
          <p:cNvSpPr txBox="1"/>
          <p:nvPr/>
        </p:nvSpPr>
        <p:spPr>
          <a:xfrm>
            <a:off x="7092282" y="6582683"/>
            <a:ext cx="1327286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i="1" dirty="0">
                <a:solidFill>
                  <a:srgbClr val="6B6B6B"/>
                </a:solidFill>
                <a:latin typeface="Libre Baskerville" panose="02000000000000000000" pitchFamily="2" charset="0"/>
              </a:rPr>
              <a:t>Confidential — Do Not Distribute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E0C2A4-9C20-1005-4034-6455944AF6A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4801" y="142587"/>
            <a:ext cx="586584" cy="558296"/>
          </a:xfrm>
          <a:prstGeom prst="rect">
            <a:avLst/>
          </a:prstGeom>
        </p:spPr>
      </p:pic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93DB6A1-CBCF-A429-BA92-E42F57D6A4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-2026332" y="4395392"/>
            <a:ext cx="1042875" cy="260604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7E86ABEE-1EB8-4A11-E333-B5C152F820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-2026332" y="4025975"/>
            <a:ext cx="1042875" cy="271028"/>
          </a:xfrm>
          <a:prstGeom prst="rect">
            <a:avLst/>
          </a:prstGeom>
        </p:spPr>
      </p:pic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E6B72E89-44C4-825A-413D-21686362FB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-2026331" y="3689725"/>
            <a:ext cx="1046481" cy="271463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02E192CF-05BE-3E98-98CD-177B05A2D6A0}"/>
              </a:ext>
            </a:extLst>
          </p:cNvPr>
          <p:cNvSpPr/>
          <p:nvPr/>
        </p:nvSpPr>
        <p:spPr>
          <a:xfrm>
            <a:off x="-2067489" y="3506380"/>
            <a:ext cx="1262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00"/>
              </a:lnSpc>
            </a:pPr>
            <a:r>
              <a:rPr lang="en-US" sz="750" b="0" i="0" dirty="0">
                <a:solidFill>
                  <a:srgbClr val="85868A"/>
                </a:solidFill>
                <a:latin typeface="Libre Baskerville Regular" pitchFamily="34" charset="0"/>
                <a:ea typeface="Libre Baskerville Regular" pitchFamily="34" charset="-122"/>
                <a:cs typeface="Libre Baskerville Regular" pitchFamily="34" charset="-120"/>
              </a:rPr>
              <a:t>Primary Logo Colors</a:t>
            </a:r>
            <a:endParaRPr lang="en-US" sz="75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C338C20-53DE-0B2D-F265-BB6FF3335E6B}"/>
              </a:ext>
            </a:extLst>
          </p:cNvPr>
          <p:cNvSpPr/>
          <p:nvPr/>
        </p:nvSpPr>
        <p:spPr>
          <a:xfrm>
            <a:off x="-1874566" y="3765925"/>
            <a:ext cx="742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00"/>
              </a:lnSpc>
            </a:pPr>
            <a:r>
              <a:rPr lang="en-US" sz="750" b="0" i="0" dirty="0">
                <a:solidFill>
                  <a:srgbClr val="FFFFFF"/>
                </a:solidFill>
                <a:latin typeface="Libre Baskerville Regular" pitchFamily="34" charset="0"/>
                <a:ea typeface="Libre Baskerville Regular" pitchFamily="34" charset="-122"/>
                <a:cs typeface="Libre Baskerville Regular" pitchFamily="34" charset="-120"/>
              </a:rPr>
              <a:t>RGB: 55 124 43</a:t>
            </a:r>
            <a:endParaRPr lang="en-US" sz="75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C0434DF5-AACB-BD90-D6FD-6D75ABAFA0B1}"/>
              </a:ext>
            </a:extLst>
          </p:cNvPr>
          <p:cNvSpPr/>
          <p:nvPr/>
        </p:nvSpPr>
        <p:spPr>
          <a:xfrm>
            <a:off x="-1923995" y="4102175"/>
            <a:ext cx="83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00"/>
              </a:lnSpc>
            </a:pPr>
            <a:r>
              <a:rPr lang="en-US" sz="750" b="0" i="0" dirty="0">
                <a:solidFill>
                  <a:srgbClr val="FFFFFF"/>
                </a:solidFill>
                <a:latin typeface="Libre Baskerville Regular" pitchFamily="34" charset="0"/>
                <a:ea typeface="Libre Baskerville Regular" pitchFamily="34" charset="-122"/>
                <a:cs typeface="Libre Baskerville Regular" pitchFamily="34" charset="-120"/>
              </a:rPr>
              <a:t>RGB: 133 134 138</a:t>
            </a:r>
            <a:endParaRPr lang="en-US" sz="75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797D2EDD-5D30-1095-03F2-CB541CC6F0CB}"/>
              </a:ext>
            </a:extLst>
          </p:cNvPr>
          <p:cNvSpPr/>
          <p:nvPr/>
        </p:nvSpPr>
        <p:spPr>
          <a:xfrm>
            <a:off x="-1943045" y="4471592"/>
            <a:ext cx="876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900"/>
              </a:lnSpc>
            </a:pPr>
            <a:r>
              <a:rPr lang="en-US" sz="750" b="0" i="0" dirty="0">
                <a:solidFill>
                  <a:srgbClr val="303030"/>
                </a:solidFill>
                <a:latin typeface="Libre Baskerville Regular" pitchFamily="34" charset="0"/>
                <a:ea typeface="Libre Baskerville Regular" pitchFamily="34" charset="-122"/>
                <a:cs typeface="Libre Baskerville Regular" pitchFamily="34" charset="-120"/>
              </a:rPr>
              <a:t>RGB: 209 210 212</a:t>
            </a:r>
            <a:endParaRPr lang="en-US" sz="7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B407A03-34EB-4DF0-F94A-312532E24D28}"/>
              </a:ext>
            </a:extLst>
          </p:cNvPr>
          <p:cNvGrpSpPr/>
          <p:nvPr/>
        </p:nvGrpSpPr>
        <p:grpSpPr>
          <a:xfrm>
            <a:off x="-2075469" y="984150"/>
            <a:ext cx="1868422" cy="2288564"/>
            <a:chOff x="-2075469" y="984150"/>
            <a:chExt cx="1868422" cy="2288564"/>
          </a:xfrm>
        </p:grpSpPr>
        <p:pic>
          <p:nvPicPr>
            <p:cNvPr id="14" name="Image 3" descr="preencoded.png">
              <a:extLst>
                <a:ext uri="{FF2B5EF4-FFF2-40B4-BE49-F238E27FC236}">
                  <a16:creationId xmlns:a16="http://schemas.microsoft.com/office/drawing/2014/main" id="{C3F8BF90-B536-EA47-38DC-B5E82CD47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-2075469" y="1225364"/>
              <a:ext cx="686219" cy="425929"/>
            </a:xfrm>
            <a:prstGeom prst="rect">
              <a:avLst/>
            </a:prstGeom>
          </p:spPr>
        </p:pic>
        <p:pic>
          <p:nvPicPr>
            <p:cNvPr id="15" name="Image 4" descr="preencoded.png">
              <a:extLst>
                <a:ext uri="{FF2B5EF4-FFF2-40B4-BE49-F238E27FC236}">
                  <a16:creationId xmlns:a16="http://schemas.microsoft.com/office/drawing/2014/main" id="{2A7C7783-E211-D49E-04D6-FD3D4AE01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-2075469" y="1766616"/>
              <a:ext cx="719347" cy="425929"/>
            </a:xfrm>
            <a:prstGeom prst="rect">
              <a:avLst/>
            </a:prstGeom>
          </p:spPr>
        </p:pic>
        <p:pic>
          <p:nvPicPr>
            <p:cNvPr id="16" name="Image 5" descr="preencoded.png">
              <a:extLst>
                <a:ext uri="{FF2B5EF4-FFF2-40B4-BE49-F238E27FC236}">
                  <a16:creationId xmlns:a16="http://schemas.microsoft.com/office/drawing/2014/main" id="{3CCD4527-D968-CB5F-ADDE-B31193668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-1076888" y="1226766"/>
              <a:ext cx="724080" cy="425929"/>
            </a:xfrm>
            <a:prstGeom prst="rect">
              <a:avLst/>
            </a:prstGeom>
          </p:spPr>
        </p:pic>
        <p:pic>
          <p:nvPicPr>
            <p:cNvPr id="17" name="Image 6" descr="preencoded.png">
              <a:extLst>
                <a:ext uri="{FF2B5EF4-FFF2-40B4-BE49-F238E27FC236}">
                  <a16:creationId xmlns:a16="http://schemas.microsoft.com/office/drawing/2014/main" id="{9D5AE7E8-56BE-CA17-B19F-2F958C871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-1076888" y="1767551"/>
              <a:ext cx="724080" cy="425929"/>
            </a:xfrm>
            <a:prstGeom prst="rect">
              <a:avLst/>
            </a:prstGeom>
          </p:spPr>
        </p:pic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598C502A-28D9-9DED-D512-219B890A9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>
              <a:off x="-2075469" y="2306933"/>
              <a:ext cx="757208" cy="425930"/>
            </a:xfrm>
            <a:prstGeom prst="rect">
              <a:avLst/>
            </a:prstGeom>
          </p:spPr>
        </p:pic>
        <p:pic>
          <p:nvPicPr>
            <p:cNvPr id="19" name="Image 8" descr="preencoded.png">
              <a:extLst>
                <a:ext uri="{FF2B5EF4-FFF2-40B4-BE49-F238E27FC236}">
                  <a16:creationId xmlns:a16="http://schemas.microsoft.com/office/drawing/2014/main" id="{2A49FDF5-88B3-C5BE-106B-6D4195407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>
              <a:off x="-1076888" y="2846784"/>
              <a:ext cx="752475" cy="425929"/>
            </a:xfrm>
            <a:prstGeom prst="rect">
              <a:avLst/>
            </a:prstGeom>
          </p:spPr>
        </p:pic>
        <p:pic>
          <p:nvPicPr>
            <p:cNvPr id="20" name="Image 9" descr="preencoded.png">
              <a:extLst>
                <a:ext uri="{FF2B5EF4-FFF2-40B4-BE49-F238E27FC236}">
                  <a16:creationId xmlns:a16="http://schemas.microsoft.com/office/drawing/2014/main" id="{C062535C-7078-98BD-F7F3-B275F3F5B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>
            <a:xfrm>
              <a:off x="-1076888" y="2307401"/>
              <a:ext cx="743010" cy="425929"/>
            </a:xfrm>
            <a:prstGeom prst="rect">
              <a:avLst/>
            </a:prstGeom>
          </p:spPr>
        </p:pic>
        <p:pic>
          <p:nvPicPr>
            <p:cNvPr id="21" name="Image 10" descr="preencoded.png">
              <a:extLst>
                <a:ext uri="{FF2B5EF4-FFF2-40B4-BE49-F238E27FC236}">
                  <a16:creationId xmlns:a16="http://schemas.microsoft.com/office/drawing/2014/main" id="{E179F9D4-BF61-83BA-B4C3-878C95FCE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-2075469" y="2846784"/>
              <a:ext cx="757208" cy="425930"/>
            </a:xfrm>
            <a:prstGeom prst="rect">
              <a:avLst/>
            </a:prstGeom>
          </p:spPr>
        </p:pic>
        <p:sp>
          <p:nvSpPr>
            <p:cNvPr id="23" name="Text 1">
              <a:extLst>
                <a:ext uri="{FF2B5EF4-FFF2-40B4-BE49-F238E27FC236}">
                  <a16:creationId xmlns:a16="http://schemas.microsoft.com/office/drawing/2014/main" id="{C0FCCD95-4949-3884-D1F5-60EEA5C04823}"/>
                </a:ext>
              </a:extLst>
            </p:cNvPr>
            <p:cNvSpPr/>
            <p:nvPr/>
          </p:nvSpPr>
          <p:spPr>
            <a:xfrm>
              <a:off x="-2045524" y="984150"/>
              <a:ext cx="1176368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900"/>
                </a:lnSpc>
              </a:pPr>
              <a:r>
                <a:rPr lang="en-US" sz="750" b="0" i="0" dirty="0">
                  <a:solidFill>
                    <a:srgbClr val="85868A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Theme Colors</a:t>
              </a:r>
              <a:endParaRPr lang="en-US" sz="750" dirty="0"/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D0965973-B749-A156-EA6C-2E39F63EB28D}"/>
                </a:ext>
              </a:extLst>
            </p:cNvPr>
            <p:cNvSpPr/>
            <p:nvPr/>
          </p:nvSpPr>
          <p:spPr>
            <a:xfrm>
              <a:off x="-1403777" y="1325377"/>
              <a:ext cx="142875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0
G 0
B 0</a:t>
              </a:r>
              <a:endParaRPr lang="en-US" sz="525" dirty="0"/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E914FBBD-4B5E-D1C0-96F3-C847FA894227}"/>
                </a:ext>
              </a:extLst>
            </p:cNvPr>
            <p:cNvSpPr/>
            <p:nvPr/>
          </p:nvSpPr>
          <p:spPr>
            <a:xfrm>
              <a:off x="-1403777" y="1851821"/>
              <a:ext cx="20955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55
G 124
B 43</a:t>
              </a:r>
              <a:endParaRPr lang="en-US" sz="525" dirty="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701ADCFB-5AD6-4CA6-3BEF-786D4ECB086A}"/>
                </a:ext>
              </a:extLst>
            </p:cNvPr>
            <p:cNvSpPr/>
            <p:nvPr/>
          </p:nvSpPr>
          <p:spPr>
            <a:xfrm>
              <a:off x="-416597" y="1326779"/>
              <a:ext cx="20955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133
G 134
B 138</a:t>
              </a:r>
              <a:endParaRPr lang="en-US" sz="525" dirty="0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C82C8E4-B200-C228-B9E0-CDC5067CF8E9}"/>
                </a:ext>
              </a:extLst>
            </p:cNvPr>
            <p:cNvSpPr/>
            <p:nvPr/>
          </p:nvSpPr>
          <p:spPr>
            <a:xfrm>
              <a:off x="-416597" y="1854864"/>
              <a:ext cx="20955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142
G 182
B 132</a:t>
              </a:r>
              <a:endParaRPr lang="en-US" sz="525" dirty="0"/>
            </a:p>
          </p:txBody>
        </p: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69586C3B-6761-DC43-58A7-EC7D7D6094A7}"/>
                </a:ext>
              </a:extLst>
            </p:cNvPr>
            <p:cNvSpPr/>
            <p:nvPr/>
          </p:nvSpPr>
          <p:spPr>
            <a:xfrm>
              <a:off x="-1403777" y="2377330"/>
              <a:ext cx="219075" cy="2635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255
G 255
B 255</a:t>
              </a:r>
              <a:endParaRPr lang="en-US" sz="525" dirty="0"/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3A1CED32-B67F-1A5E-B38D-247735E90A4D}"/>
                </a:ext>
              </a:extLst>
            </p:cNvPr>
            <p:cNvSpPr/>
            <p:nvPr/>
          </p:nvSpPr>
          <p:spPr>
            <a:xfrm>
              <a:off x="-416597" y="2908697"/>
              <a:ext cx="20955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103
G 157
B 201</a:t>
              </a:r>
              <a:endParaRPr lang="en-US" sz="525" dirty="0"/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ECF8E979-650B-A411-C27C-11EE060F1B29}"/>
                </a:ext>
              </a:extLst>
            </p:cNvPr>
            <p:cNvSpPr/>
            <p:nvPr/>
          </p:nvSpPr>
          <p:spPr>
            <a:xfrm>
              <a:off x="-416597" y="2382014"/>
              <a:ext cx="17145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3
G 51
B 51</a:t>
              </a:r>
              <a:endParaRPr lang="en-US" sz="525" dirty="0"/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14E6884F-6889-9466-F91D-8B75F8A44FCD}"/>
                </a:ext>
              </a:extLst>
            </p:cNvPr>
            <p:cNvSpPr/>
            <p:nvPr/>
          </p:nvSpPr>
          <p:spPr>
            <a:xfrm>
              <a:off x="-1384727" y="2908697"/>
              <a:ext cx="200025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675"/>
                </a:lnSpc>
              </a:pPr>
              <a:r>
                <a:rPr lang="en-US" sz="525" b="0" i="0" dirty="0">
                  <a:solidFill>
                    <a:srgbClr val="000000"/>
                  </a:solidFill>
                  <a:latin typeface="Libre Baskerville Regular" pitchFamily="34" charset="0"/>
                  <a:ea typeface="Libre Baskerville Regular" pitchFamily="34" charset="-122"/>
                  <a:cs typeface="Libre Baskerville Regular" pitchFamily="34" charset="-120"/>
                </a:rPr>
                <a:t>R 4
G 70
B 153</a:t>
              </a:r>
              <a:endParaRPr lang="en-US" sz="525" dirty="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5A11FA27-C75A-9809-34A7-AEE33AD7C8A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884830" y="3854346"/>
            <a:ext cx="586584" cy="558296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1075A88-1277-0F79-058B-589C2998D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984150"/>
            <a:ext cx="8172450" cy="5192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51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</p:sldLayoutIdLst>
  <p:hf hdr="0" ftr="0"/>
  <p:txStyles>
    <p:titleStyle>
      <a:lvl1pPr algn="l" defTabSz="342900" rtl="0" eaLnBrk="1" latinLnBrk="0" hangingPunct="1">
        <a:spcBef>
          <a:spcPct val="0"/>
        </a:spcBef>
        <a:buNone/>
        <a:defRPr sz="2000" kern="1200">
          <a:solidFill>
            <a:schemeClr val="tx2"/>
          </a:solidFill>
          <a:latin typeface="Libre Baskerville" panose="02000000000000000000" pitchFamily="2" charset="0"/>
          <a:ea typeface="+mj-ea"/>
          <a:cs typeface="Times New Roman"/>
        </a:defRPr>
      </a:lvl1pPr>
    </p:titleStyle>
    <p:bodyStyle>
      <a:lvl1pPr marL="228600" indent="-228600" algn="l" defTabSz="342900" rtl="0" eaLnBrk="1" latinLnBrk="0" hangingPunct="1">
        <a:spcBef>
          <a:spcPts val="0"/>
        </a:spcBef>
        <a:spcAft>
          <a:spcPts val="450"/>
        </a:spcAft>
        <a:buFont typeface="Arial" panose="020B0604020202020204" pitchFamily="34" charset="0"/>
        <a:buNone/>
        <a:tabLst/>
        <a:defRPr sz="1200" kern="1200">
          <a:solidFill>
            <a:srgbClr val="3E7733"/>
          </a:solidFill>
          <a:latin typeface="Libre Baskerville" panose="02000000000000000000" pitchFamily="2" charset="0"/>
          <a:ea typeface="+mn-ea"/>
          <a:cs typeface="Times New Roman"/>
        </a:defRPr>
      </a:lvl1pPr>
      <a:lvl2pPr marL="228600" indent="-228600" algn="l" defTabSz="342900" rtl="0" eaLnBrk="1" latinLnBrk="0" hangingPunct="1">
        <a:spcBef>
          <a:spcPts val="0"/>
        </a:spcBef>
        <a:spcAft>
          <a:spcPts val="450"/>
        </a:spcAft>
        <a:buSzPct val="114000"/>
        <a:buFont typeface="Arial"/>
        <a:buChar char="•"/>
        <a:defRPr lang="en-US" sz="1200" kern="1200" dirty="0" smtClean="0">
          <a:solidFill>
            <a:srgbClr val="000000"/>
          </a:solidFill>
          <a:latin typeface="Libre Baskerville" panose="02000000000000000000" pitchFamily="2" charset="0"/>
          <a:ea typeface="+mn-ea"/>
          <a:cs typeface="Arial"/>
        </a:defRPr>
      </a:lvl2pPr>
      <a:lvl3pPr marL="457200" indent="-228600" algn="l" defTabSz="342900" rtl="0" eaLnBrk="1" latinLnBrk="0" hangingPunct="1">
        <a:spcBef>
          <a:spcPts val="0"/>
        </a:spcBef>
        <a:spcAft>
          <a:spcPts val="450"/>
        </a:spcAft>
        <a:buSzPct val="54000"/>
        <a:buFont typeface="Arial" panose="020B0604020202020204" pitchFamily="34" charset="0"/>
        <a:buChar char="─"/>
        <a:defRPr lang="en-US" sz="1200" kern="1200" dirty="0" smtClean="0">
          <a:solidFill>
            <a:srgbClr val="6B6B6B"/>
          </a:solidFill>
          <a:latin typeface="Libre Baskerville" panose="02000000000000000000" pitchFamily="2" charset="0"/>
          <a:ea typeface="+mn-ea"/>
          <a:cs typeface="Arial"/>
        </a:defRPr>
      </a:lvl3pPr>
      <a:lvl4pPr marL="685800" indent="-228600" algn="l" defTabSz="342900" rtl="0" eaLnBrk="1" latinLnBrk="0" hangingPunct="1">
        <a:spcBef>
          <a:spcPts val="0"/>
        </a:spcBef>
        <a:spcAft>
          <a:spcPts val="450"/>
        </a:spcAft>
        <a:buSzPct val="96000"/>
        <a:buFont typeface="Wingdings" charset="2"/>
        <a:buChar char="§"/>
        <a:defRPr lang="en-US" sz="1200" kern="1200" dirty="0" smtClean="0">
          <a:solidFill>
            <a:schemeClr val="tx2"/>
          </a:solidFill>
          <a:latin typeface="Arial"/>
          <a:ea typeface="+mn-ea"/>
          <a:cs typeface="Arial"/>
        </a:defRPr>
      </a:lvl4pPr>
      <a:lvl5pPr marL="914400" indent="-228600" algn="l" defTabSz="342900" rtl="0" eaLnBrk="1" latinLnBrk="0" hangingPunct="1">
        <a:spcBef>
          <a:spcPts val="0"/>
        </a:spcBef>
        <a:spcAft>
          <a:spcPts val="450"/>
        </a:spcAft>
        <a:buSzPct val="50000"/>
        <a:buFont typeface="Wingdings" charset="2"/>
        <a:buChar char="u"/>
        <a:defRPr lang="en-US" sz="1200" kern="1200" dirty="0">
          <a:solidFill>
            <a:schemeClr val="tx2"/>
          </a:solidFill>
          <a:latin typeface="Arial"/>
          <a:ea typeface="+mn-ea"/>
          <a:cs typeface="Arial"/>
        </a:defRPr>
      </a:lvl5pPr>
      <a:lvl6pPr marL="1143000" indent="-171450" algn="l" defTabSz="342900" rtl="0" eaLnBrk="1" latinLnBrk="0" hangingPunct="1">
        <a:spcBef>
          <a:spcPts val="0"/>
        </a:spcBef>
        <a:spcAft>
          <a:spcPts val="450"/>
        </a:spcAft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FE13-A8A4-0BA3-A432-CAC87CBB6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77B99-0623-E476-F2ED-481602F63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10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E486-BE5D-7B6A-8FC0-F7BF8D4A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3071-35FA-DE20-2869-5D14453C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FE280-3956-66A6-E853-095C9580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2662-26FC-F54A-97C1-11EFA645BCF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661B-9E3F-5281-87CC-1180C5EF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5A01-08A0-DA03-8A44-5C1621CDD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56426-DC36-E1DE-3AC7-E0991B76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2662-26FC-F54A-97C1-11EFA645BCF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6367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SOSP">
  <a:themeElements>
    <a:clrScheme name="SOSP">
      <a:dk1>
        <a:srgbClr val="515151"/>
      </a:dk1>
      <a:lt1>
        <a:sysClr val="window" lastClr="FFFFFF"/>
      </a:lt1>
      <a:dk2>
        <a:srgbClr val="515151"/>
      </a:dk2>
      <a:lt2>
        <a:srgbClr val="E5E5E5"/>
      </a:lt2>
      <a:accent1>
        <a:srgbClr val="3E7733"/>
      </a:accent1>
      <a:accent2>
        <a:srgbClr val="08468D"/>
      </a:accent2>
      <a:accent3>
        <a:srgbClr val="808080"/>
      </a:accent3>
      <a:accent4>
        <a:srgbClr val="92B68C"/>
      </a:accent4>
      <a:accent5>
        <a:srgbClr val="669ECC"/>
      </a:accent5>
      <a:accent6>
        <a:srgbClr val="CBCBCB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OSP" id="{E9FBD6DD-3E09-4542-8AE1-96859F4167BE}" vid="{5EBE73E6-231B-4C7B-BD6F-F1E63037C5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1764</TotalTime>
  <Words>2</Words>
  <Application>Microsoft Office PowerPoint</Application>
  <PresentationFormat>On-screen Show (4:3)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Courier New</vt:lpstr>
      <vt:lpstr>Libre Baskerville</vt:lpstr>
      <vt:lpstr>Libre Baskerville Italic</vt:lpstr>
      <vt:lpstr>Libre Baskerville Regular</vt:lpstr>
      <vt:lpstr>Wingdings</vt:lpstr>
      <vt:lpstr>SOSP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Paek</dc:creator>
  <cp:lastModifiedBy>Kevin Paek</cp:lastModifiedBy>
  <cp:revision>129</cp:revision>
  <dcterms:created xsi:type="dcterms:W3CDTF">2024-07-08T16:41:31Z</dcterms:created>
  <dcterms:modified xsi:type="dcterms:W3CDTF">2026-02-26T04:39:54Z</dcterms:modified>
</cp:coreProperties>
</file>